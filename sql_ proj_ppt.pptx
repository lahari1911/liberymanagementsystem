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3" r:id="rId5"/>
    <p:sldId id="261" r:id="rId6"/>
    <p:sldId id="262" r:id="rId7"/>
    <p:sldId id="266" r:id="rId8"/>
    <p:sldId id="267" r:id="rId9"/>
    <p:sldId id="269" r:id="rId10"/>
    <p:sldId id="270" r:id="rId11"/>
    <p:sldId id="271" r:id="rId12"/>
    <p:sldId id="272" r:id="rId13"/>
    <p:sldId id="259" r:id="rId14"/>
  </p:sldIdLst>
  <p:sldSz cx="12192000" cy="6858000"/>
  <p:notesSz cx="6858000" cy="9144000"/>
  <p:embeddedFontLst>
    <p:embeddedFont>
      <p:font typeface="Microsoft JhengHei Light" pitchFamily="34" charset="-12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Lato Black" charset="0"/>
      <p:bold r:id="rId21"/>
      <p:boldItalic r:id="rId22"/>
    </p:embeddedFont>
    <p:embeddedFont>
      <p:font typeface="Libre Baskerville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B0840-6642-4BE8-A943-60DC572A6A03}" v="1" dt="2025-09-04T11:55:59.028"/>
    <p1510:client id="{B66ACE8E-F436-4E5D-8525-AD57C13B9D23}" v="63" dt="2025-09-04T11:49:58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4" autoAdjust="0"/>
    <p:restoredTop sz="94660"/>
  </p:normalViewPr>
  <p:slideViewPr>
    <p:cSldViewPr snapToGrid="0">
      <p:cViewPr>
        <p:scale>
          <a:sx n="75" d="100"/>
          <a:sy n="75" d="100"/>
        </p:scale>
        <p:origin x="-282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58953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4314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3937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1716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982409" y="3637775"/>
            <a:ext cx="822718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Database Analysis</a:t>
            </a:r>
            <a:endParaRPr sz="4400" b="0" i="0" strike="noStrike" cap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45958" y="1536194"/>
            <a:ext cx="10700083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Name: </a:t>
            </a:r>
            <a:r>
              <a:rPr lang="en-US" sz="2400" dirty="0" err="1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B.Lahari</a:t>
            </a:r>
            <a:endParaRPr lang="en-US" sz="24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B.Tech graduate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I want to learn Data Science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	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am passionate about uncovering insights from data and using them to solve 	real-world problems. Data Science excites me because it combines 	programming, mathematics, and business understanding to drive data-driven 	decisions.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Profiles:</a:t>
            </a:r>
          </a:p>
          <a:p>
            <a:pPr lvl="8">
              <a:buClr>
                <a:schemeClr val="dk1"/>
              </a:buClr>
              <a:buSzPts val="2400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`	LinkedIn: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[https://www.linkedin.com/in/lahari-battala-7105092b9/]</a:t>
            </a:r>
            <a:endParaRPr lang="en-US" sz="24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88078" y="625102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32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953B94-BDE9-5C11-4B13-AA9224779E6C}"/>
              </a:ext>
            </a:extLst>
          </p:cNvPr>
          <p:cNvSpPr txBox="1"/>
          <p:nvPr/>
        </p:nvSpPr>
        <p:spPr>
          <a:xfrm>
            <a:off x="264694" y="417095"/>
            <a:ext cx="11662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4DBE2F6-B1AE-A586-E1FA-8858C88CF9A1}"/>
              </a:ext>
            </a:extLst>
          </p:cNvPr>
          <p:cNvSpPr txBox="1"/>
          <p:nvPr/>
        </p:nvSpPr>
        <p:spPr>
          <a:xfrm>
            <a:off x="465221" y="1797784"/>
            <a:ext cx="112615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 all book, borrower, and branch details in one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Tracking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Monitor availability, authors, publishers, and branch copies.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&amp; Loans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 borrower info, history, and loan due 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Oversight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 overdue items and coordinate across branches.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396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124C4FE-6E43-43F4-C092-03B5729E4EF3}"/>
              </a:ext>
            </a:extLst>
          </p:cNvPr>
          <p:cNvSpPr txBox="1"/>
          <p:nvPr/>
        </p:nvSpPr>
        <p:spPr>
          <a:xfrm>
            <a:off x="307258" y="34707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1DE586C-35EC-9AA1-98A5-DB7A53A8F50C}"/>
              </a:ext>
            </a:extLst>
          </p:cNvPr>
          <p:cNvSpPr txBox="1"/>
          <p:nvPr/>
        </p:nvSpPr>
        <p:spPr>
          <a:xfrm>
            <a:off x="777240" y="1478280"/>
            <a:ext cx="108813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Libraries handle large volumes of books, multiple branches, and thousands of borrowers. Manual systems often lead to duplication, missing records, and difficulty in tracking book availability or loan status.</a:t>
            </a:r>
          </a:p>
          <a:p>
            <a:endParaRPr lang="en-US" sz="2800" dirty="0">
              <a:latin typeface="Times New Roman" panose="02020603050405020304" pitchFamily="18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This project designs a centralized database that connects publishers, books, authors, branches, borrowers, and loans. It ensures efficient tracking of copies, borrower activity, and due dates, while supporting quick queries and informed decision-making</a:t>
            </a:r>
            <a:endParaRPr lang="en-IN" sz="2800" dirty="0">
              <a:latin typeface="Times New Roman" panose="02020603050405020304" pitchFamily="18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99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42DE8B9-BFD0-9F48-C5AC-2B4D87B032CB}"/>
              </a:ext>
            </a:extLst>
          </p:cNvPr>
          <p:cNvSpPr txBox="1"/>
          <p:nvPr/>
        </p:nvSpPr>
        <p:spPr>
          <a:xfrm>
            <a:off x="192505" y="385011"/>
            <a:ext cx="8069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ER Diagram</a:t>
            </a: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703C8A7-7C6F-A46E-FE6B-83993865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61" y="969786"/>
            <a:ext cx="9829671" cy="522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7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C3002B-F366-88EC-EF39-084F64E6989B}"/>
              </a:ext>
            </a:extLst>
          </p:cNvPr>
          <p:cNvSpPr txBox="1"/>
          <p:nvPr/>
        </p:nvSpPr>
        <p:spPr>
          <a:xfrm>
            <a:off x="144379" y="288758"/>
            <a:ext cx="89675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800" b="1" dirty="0">
                <a:solidFill>
                  <a:srgbClr val="FF0000"/>
                </a:solidFill>
              </a:rPr>
              <a:t>Schema Explanation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B83A67BC-AED1-B1D0-DEC1-289AE418D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88" y="1012033"/>
            <a:ext cx="1100488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Publisher → Book (1:N)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Book table: BookID, Title, Publisher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 → Authors (M:N via tbl_book_authors)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Authors table: AuthorID,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Book_Authors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BookID + AuthorID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 → Book Copies (1:N)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Book_Copies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CopyID, BookID, BranchID, No. of Copies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Branch → Book Copies (1:N)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Branch table: BranchID, Name, Address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 → Book Loans (1:N)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Book_Loans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LoanID, BookID, BranchID, CardNo, DateOut, DueDate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Borrower → Book Loans (1:N)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Borrower table: CardNo, Name, Address, Phone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Branch → Book Loans (1:N)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 loan record linked to one branch</a:t>
            </a:r>
          </a:p>
        </p:txBody>
      </p:sp>
    </p:spTree>
    <p:extLst>
      <p:ext uri="{BB962C8B-B14F-4D97-AF65-F5344CB8AC3E}">
        <p14:creationId xmlns:p14="http://schemas.microsoft.com/office/powerpoint/2010/main" val="217067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060524-0ECE-B1F4-4895-7C8475A7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names of all borrowers who do not have any books checked out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6911CC7-AC67-611C-0B11-6E4066F71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324782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6078B43-D88F-299B-1091-E0DEA0A2C1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32478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D7FB1D-67CD-5578-179D-4FC0F465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1998" y="1737135"/>
            <a:ext cx="5334002" cy="3414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6ED9A17-D9B8-EFDA-BF20-B09CCA9B47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9798" y="1705898"/>
            <a:ext cx="5545395" cy="373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69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AB219B-D2F3-A0C4-5A26-E3A6952F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of the book titled "The Lost Tribe" are owned by the library   	branch  	whose name is "Sharpstown"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3B0FD2B-6BB5-4DDC-ECEA-9BB02D8AA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4300E24-C35B-1FD1-2BC9-8D3B2761BFF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379E1F-3674-4842-6964-FB491350B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1" y="1690688"/>
            <a:ext cx="5319937" cy="4677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E691D51-FA95-A0DA-CDA0-C18D93E4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837" y="1690688"/>
            <a:ext cx="5365132" cy="456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0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0EEF17-1D95-F6EA-A61A-5A5AB08D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35529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library branch, retrieve the branch name and  the total number of books loaned out from that branch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80BD8F-396A-AC7D-CCE5-730C80244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1A2B36B-3FE3-CCB3-4A31-0AC01FDD1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3" y="1602198"/>
            <a:ext cx="11277601" cy="1974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0CB6435-D9FF-CF26-E4CE-9A945C8DB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36" y="3576762"/>
            <a:ext cx="10884309" cy="274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59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AA1ED3-0CE0-17F3-B4DD-9BA8045B3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40" y="304774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 the names, addresses, and number of books checked out for all borrowers who have more than five books checked out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BB7EFA-A8F3-BF74-1ADC-85063B89B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AF5EDC7-CFBE-1AF3-2433-89D54BBC0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40" y="1435049"/>
            <a:ext cx="11280320" cy="2705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A58DACA-1681-07E9-9E2C-F1DB1CEA2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22" y="4168018"/>
            <a:ext cx="10754556" cy="208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14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F14FEE-68B3-286F-94C1-1EC2201A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book authored by "Stephen King", retrieve the title and the number of copies owned by the library branch whose name is "Central"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F2F660-0EB9-9CAB-3A81-6FE4FA9A4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447503" cy="31003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9EC0BAB-8834-43A7-2ABE-CBECD1E1D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0" y="1690688"/>
            <a:ext cx="7443020" cy="4621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3E3BBBC-F736-69C6-B257-D1D815027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44" y="2319438"/>
            <a:ext cx="3954051" cy="361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7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2725F02-CADF-384B-CA4D-4D3B8E2C69B9}"/>
              </a:ext>
            </a:extLst>
          </p:cNvPr>
          <p:cNvSpPr txBox="1"/>
          <p:nvPr/>
        </p:nvSpPr>
        <p:spPr>
          <a:xfrm>
            <a:off x="914400" y="422787"/>
            <a:ext cx="982242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/>
          </a:p>
          <a:p>
            <a:endParaRPr lang="en-US" dirty="0"/>
          </a:p>
          <a:p>
            <a:r>
              <a:rPr lang="en-GB" sz="2400" dirty="0" smtClean="0"/>
              <a:t>This </a:t>
            </a:r>
            <a:r>
              <a:rPr lang="en-GB" sz="2400" dirty="0"/>
              <a:t>project centralizes disconnected library records into one intelligent database, making book management faster, clearer, and more efficient. It improves multi-branch operations, accelerates searches, and provides actionable insights for smarter decision-making and a better experience for both staff and readers.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504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443</Words>
  <Application>Microsoft Office PowerPoint</Application>
  <PresentationFormat>Custom</PresentationFormat>
  <Paragraphs>47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Microsoft JhengHei Light</vt:lpstr>
      <vt:lpstr>Calibri</vt:lpstr>
      <vt:lpstr>Lato Black</vt:lpstr>
      <vt:lpstr>Times New Roman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names of all borrowers who do not have any books checked out</vt:lpstr>
      <vt:lpstr>Copies of the book titled "The Lost Tribe" are owned by the library    branch   whose name is "Sharpstown"</vt:lpstr>
      <vt:lpstr>For each library branch, retrieve the branch name and  the total number of books loaned out from that branch</vt:lpstr>
      <vt:lpstr>Retrieve the names, addresses, and number of books checked out for all borrowers who have more than five books checked out</vt:lpstr>
      <vt:lpstr>For each book authored by "Stephen King", retrieve the title and the number of copies owned by the library branch whose name is "Central"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Asus</cp:lastModifiedBy>
  <cp:revision>4</cp:revision>
  <dcterms:created xsi:type="dcterms:W3CDTF">2021-02-16T05:19:01Z</dcterms:created>
  <dcterms:modified xsi:type="dcterms:W3CDTF">2025-11-16T16:16:58Z</dcterms:modified>
</cp:coreProperties>
</file>